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7A3F"/>
          </a:solidFill>
          <a:ln w="12700">
            <a:solidFill>
              <a:srgbClr val="1E7A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E7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EL RETO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Jitomate atento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10835640" cy="42519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simulador humano para anticipar plagas, cuidar cada gota y reducir pérdidas en la logística.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se toma en la parcela y se valida con un técnico agrónomo.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94D"/>
                </a:solidFill>
              </a:rPr>
              <a:t>Jitomate atento · Cuautla–Ayala–Yautepec, Morelos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366760" y="205740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1E7A3F"/>
          </a:solidFill>
          <a:ln w="12700">
            <a:solidFill>
              <a:srgbClr val="1E7A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2487168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AGUA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+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MONITOREO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62A8"/>
          </a:solidFill>
          <a:ln w="12700">
            <a:solidFill>
              <a:srgbClr val="0A6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A6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RELEVANCIA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problema medible y local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10835640" cy="42519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INEGI, Censo Agropecuario 2022: 1,397 ha y 67,618 t de jitomate en Morelos; 40,380 t (59.7%) salen de agricultura protegida.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cifra SIAP 2023 que circula no se mezcla con INEGI: su descarga y definición están pendientes de reconciliar.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94D"/>
                </a:solidFill>
              </a:rPr>
              <a:t>Jitomate atento · Cuautla–Ayala–Yautepec, Morelos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8741A"/>
          </a:solidFill>
          <a:ln w="12700">
            <a:solidFill>
              <a:srgbClr val="B87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874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INNOVACIÓN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datos incompletos a una decisión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10835640" cy="42519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MVP integra cuatro señales: clima diario, etapa del cultivo, humedad medida y conteos de trampas.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productor recibe “hoy toca regar” o “hoy no riegues”. El técnico puede aceptar, rechazar y dejar una bitácora.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94D"/>
                </a:solidFill>
              </a:rPr>
              <a:t>Jitomate atento · Cuautla–Ayala–Yautepec, Morelos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62A8"/>
          </a:solidFill>
          <a:ln w="12700">
            <a:solidFill>
              <a:srgbClr val="0A6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A6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· PROTOTIPO FUNCIONAL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Agua: comparar antes de actuar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10835640" cy="42519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ETo por Hargreaves–Samani y ETc = ETo × Kc.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Comparamos calendario, balance hídrico, riego deficitario y goteo frecuente. La pantalla muestra agua usada, estrés, percolación y ahorro contra una línea base editable.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94D"/>
                </a:solidFill>
              </a:rPr>
              <a:t>Jitomate atento · Cuautla–Ayala–Yautepec, Morelos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7A3F"/>
          </a:solidFill>
          <a:ln w="12700">
            <a:solidFill>
              <a:srgbClr val="1E7A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E7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· INDUSTRIA 5.0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Alertas que piden ojos, no químicos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10835640" cy="42519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índices de tizón tardío, mosquita blanca y palomilla del tomate son reglas de monitoreo, no diagnóstico.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técnico captura conteos de trampas y el MVP calcula precisión y cobertura exploratorias. Nunca recomienda un agroquímico.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94D"/>
                </a:solidFill>
              </a:rPr>
              <a:t>Jitomate atento · Cuautla–Ayala–Yautepec, Morelos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B8741A"/>
          </a:solidFill>
          <a:ln w="12700">
            <a:solidFill>
              <a:srgbClr val="B87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874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· MEDICIÓN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Impacto que se puede comprobar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10835640" cy="42519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un piloto mediremos por parcela y por ciclo: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m³/ha aplicados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días con estrés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alertas y conteos observados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pérdidas logísticas y producto comercial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demo marca como ejemplo todo lo que aún no es medición real.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94D"/>
                </a:solidFill>
              </a:rPr>
              <a:t>Jitomate atento · Cuautla–Ayala–Yautepec, Morelos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A62A8"/>
          </a:solidFill>
          <a:ln w="12700">
            <a:solidFill>
              <a:srgbClr val="0A6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A62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· VIABILIDAD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Escalar con evidencia, no con promesas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10835640" cy="42519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1: pocas parcelas, clima oficial, caudal, humedad, trampas y cosecha.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2: calibrar parámetros por variedad, suelo y temporada.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 3: conectar sensores y versionar recomendaciones con supervisión agronómica.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94D"/>
                </a:solidFill>
              </a:rPr>
              <a:t>Jitomate atento · Cuautla–Ayala–Yautepec, Morelos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7A3F"/>
          </a:solidFill>
          <a:ln w="12700">
            <a:solidFill>
              <a:srgbClr val="1E7A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E7A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· DEFENSA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recomendación útil es una conversación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10835640" cy="425196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para decidir mejor, no para sustituir al productor.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28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entregamos un MVP sin servidor, con CSV, sensor manual y validación humana. El siguiente paso es probarlo con productores y fitopatólogos del territorio.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594D"/>
                </a:solidFill>
              </a:rPr>
              <a:t>Jitomate atento · Cuautla–Ayala–Yautepec, Morelos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Jitomate atento</dc:title>
  <dc:subject>Simulador de riego y riesgo de plagas para jitomate</dc:subject>
  <dc:creator>Equipo hackatón Industria 5.0</dc:creator>
  <cp:lastModifiedBy>Equipo hackatón Industria 5.0</cp:lastModifiedBy>
  <cp:revision>1</cp:revision>
  <dcterms:created xsi:type="dcterms:W3CDTF">2026-10-02T20:32:28Z</dcterms:created>
  <dcterms:modified xsi:type="dcterms:W3CDTF">2026-10-02T20:32:28Z</dcterms:modified>
</cp:coreProperties>
</file>